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3A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75" d="100"/>
          <a:sy n="75" d="100"/>
        </p:scale>
        <p:origin x="6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E6160-46B3-63AE-595C-68E7A07459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AE6E8B-14A4-7919-3BCF-D36227898E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CDC5-E66E-F767-6D41-81E9D52CB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BC6D4-F654-4C6E-9E88-23CC9EA328EE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6AC47-958A-7569-0B6D-9FF04ECD5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C5F1E-49A5-1AA5-9845-C9D9666B9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1EBD7-4F29-4F5F-8232-FA7543F9C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43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F1AE4-AF06-DAAB-233A-4E32806FA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8476A-EA77-7462-033A-9053B6088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A0C7B-85A1-18C5-C2C0-8AC2E3EF8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BC6D4-F654-4C6E-9E88-23CC9EA328EE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856CC-8CD3-F3CD-30AF-F5E7D4388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94372-0902-2930-7000-ED6875C71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1EBD7-4F29-4F5F-8232-FA7543F9C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391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32A2B-B56B-0D39-0C40-B7B2755A9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B279DD-6CDC-AD29-D3BE-55AC873B6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3D84C-DBBD-8DAC-0A27-D797D44DC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BC6D4-F654-4C6E-9E88-23CC9EA328EE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A9270-38FD-A62B-1C89-481DEA316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51865-6534-CC97-4CF3-71016AD97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1EBD7-4F29-4F5F-8232-FA7543F9C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899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E0D9B-2DFB-DE7F-72B0-81B169A30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5912D-3845-8E33-89B3-E0C961A9FE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05EDAB-43C8-3D51-E231-80C10BD39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C346F3-CD11-7F33-5474-0D04063A6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BC6D4-F654-4C6E-9E88-23CC9EA328EE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692D9-F7F3-EB1B-309D-5DE0B5990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74CEC9-92B8-BDB3-3E71-058FE4AC4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1EBD7-4F29-4F5F-8232-FA7543F9C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102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29C76-27CD-8B2E-356C-635C1EABE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3A231-B654-C020-85B3-BD2EF218E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5AAA5D-8EEE-4EB1-74FC-9BBA4E205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AA61D5-DAC3-33F6-DFDF-D85EC9BA62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1CFAF5-BD89-9D07-C7D2-200B9BBA2C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EDCA2D-CA57-B0EC-C89D-A9B1846D9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BC6D4-F654-4C6E-9E88-23CC9EA328EE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39280D-577E-5FB1-B52C-9BC5BFAEE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55FD8B-D180-0CFB-0DFB-4B4DA567E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1EBD7-4F29-4F5F-8232-FA7543F9C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80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CCC4E-2B48-0868-ED79-E97D6B4B2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3F0F0F-E2A4-1861-67AA-808127159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BC6D4-F654-4C6E-9E88-23CC9EA328EE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5C0056-E4C7-D1DD-45F7-2AEA56EA2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EF2799-05D7-EEF9-0BD8-DD0805336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1EBD7-4F29-4F5F-8232-FA7543F9C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342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181240-1A24-F545-1ED1-BE4ABC5F8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BC6D4-F654-4C6E-9E88-23CC9EA328EE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722EB1-64F5-D0A0-540E-8DDC87BE1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CDF66-E770-68B3-B089-5EF29A46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1EBD7-4F29-4F5F-8232-FA7543F9C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441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6FCD1-CFC1-56A8-1851-6A8E753CE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96524-0DAF-FC9D-EE52-3452C506E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E8567D-3C93-ABD9-E9B8-BF0F07868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DEC8D-C6DC-33D7-BD09-A48CA357F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BC6D4-F654-4C6E-9E88-23CC9EA328EE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069934-4C1B-E4FD-8BC3-376E3287E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B74AFD-8740-EB95-1579-11C2D2E1A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1EBD7-4F29-4F5F-8232-FA7543F9C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938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CB076-886B-6F53-8A8E-67F29CEF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8B48AD-BE40-EFAF-48D1-77459E4082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A2B47-8248-234D-A406-0366F3755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F4315A-1869-EA72-3A33-9379A7794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BC6D4-F654-4C6E-9E88-23CC9EA328EE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9D8F90-05E0-71D2-220F-5183BA6C1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596807-4B2A-C651-68BE-A86710E71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1EBD7-4F29-4F5F-8232-FA7543F9C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430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FDB08-19CE-D69E-9C0D-57410F807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75557A-DEB9-3624-6219-C7D18F0450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65E1B-F4F7-8615-7073-A6CA9E10B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BC6D4-F654-4C6E-9E88-23CC9EA328EE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03647-652D-247E-B227-5D745780B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E5DBA-240C-8301-3D9D-35541FA5C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1EBD7-4F29-4F5F-8232-FA7543F9C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856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FAC023-732A-6BC0-82D6-490C21A7D8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3F656A-DA06-F130-CA51-2E2DEC627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5DB66-74CE-EB12-560D-208BD2A9A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BC6D4-F654-4C6E-9E88-23CC9EA328EE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CEF85-48B5-FD4F-A73A-3B40A4535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1806C-C71F-5295-F1BA-BA03D0235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1EBD7-4F29-4F5F-8232-FA7543F9C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151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B2775-DE33-255A-0AA3-24A5A6B13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40DDA6-6583-E1B6-0338-9586CF9FC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307CD-86F9-F5A5-CCB4-723B1AFAF1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BC6D4-F654-4C6E-9E88-23CC9EA328EE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03DD6-EF0D-E6C7-87AA-A31229BB1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5852A-ED01-CC7E-83A8-50F232CBFD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1EBD7-4F29-4F5F-8232-FA7543F9C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426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515A5-EB45-319A-620A-D972F23301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965201"/>
            <a:ext cx="9702800" cy="2290762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COMPUTER HISTORY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6052FE-7809-1E85-AF78-8D6E832335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0000" y="3429000"/>
            <a:ext cx="9103360" cy="1828796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From Vacuum Tube to AI</a:t>
            </a:r>
          </a:p>
          <a:p>
            <a:endParaRPr lang="en-US" dirty="0"/>
          </a:p>
          <a:p>
            <a:pPr algn="l"/>
            <a:r>
              <a:rPr lang="en-US" dirty="0">
                <a:solidFill>
                  <a:schemeClr val="bg1"/>
                </a:solidFill>
              </a:rPr>
              <a:t>Group 08|Subject: Productivity and Collaborative Tools</a:t>
            </a:r>
          </a:p>
          <a:p>
            <a:pPr algn="l"/>
            <a:r>
              <a:rPr lang="en-US" dirty="0">
                <a:solidFill>
                  <a:schemeClr val="bg1"/>
                </a:solidFill>
              </a:rPr>
              <a:t>Academic Year: 2023/2024| Semester 1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25D709-E841-95CC-4F7A-EBA8054D2788}"/>
              </a:ext>
            </a:extLst>
          </p:cNvPr>
          <p:cNvCxnSpPr>
            <a:cxnSpLocks/>
          </p:cNvCxnSpPr>
          <p:nvPr/>
        </p:nvCxnSpPr>
        <p:spPr>
          <a:xfrm>
            <a:off x="1270000" y="4043680"/>
            <a:ext cx="9103360" cy="0"/>
          </a:xfrm>
          <a:prstGeom prst="straightConnector1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400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9EC6CB-73B1-362F-3ECB-46F0E117E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6720"/>
            <a:ext cx="10515600" cy="1263968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Group Member’s Details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8128266-1A27-78D7-A888-8D9AC8D799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778654"/>
              </p:ext>
            </p:extLst>
          </p:nvPr>
        </p:nvGraphicFramePr>
        <p:xfrm>
          <a:off x="1005840" y="1940560"/>
          <a:ext cx="7355840" cy="41611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981573">
                  <a:extLst>
                    <a:ext uri="{9D8B030D-6E8A-4147-A177-3AD203B41FA5}">
                      <a16:colId xmlns:a16="http://schemas.microsoft.com/office/drawing/2014/main" val="2355212540"/>
                    </a:ext>
                  </a:extLst>
                </a:gridCol>
                <a:gridCol w="2361874">
                  <a:extLst>
                    <a:ext uri="{9D8B030D-6E8A-4147-A177-3AD203B41FA5}">
                      <a16:colId xmlns:a16="http://schemas.microsoft.com/office/drawing/2014/main" val="3302603726"/>
                    </a:ext>
                  </a:extLst>
                </a:gridCol>
                <a:gridCol w="3012393">
                  <a:extLst>
                    <a:ext uri="{9D8B030D-6E8A-4147-A177-3AD203B41FA5}">
                      <a16:colId xmlns:a16="http://schemas.microsoft.com/office/drawing/2014/main" val="4226769932"/>
                    </a:ext>
                  </a:extLst>
                </a:gridCol>
              </a:tblGrid>
              <a:tr h="58339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Index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Registration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Name With Initials</a:t>
                      </a:r>
                    </a:p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2684734"/>
                  </a:ext>
                </a:extLst>
              </a:tr>
              <a:tr h="58339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2731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ITT/2024/046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W.D.M.R.A.U. IDDAMALGODA</a:t>
                      </a:r>
                    </a:p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766894"/>
                  </a:ext>
                </a:extLst>
              </a:tr>
              <a:tr h="58339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2732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ITT/2024/047</a:t>
                      </a:r>
                    </a:p>
                    <a:p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I.A.V.K. ILANGAKOON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866214"/>
                  </a:ext>
                </a:extLst>
              </a:tr>
              <a:tr h="58339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2734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ITT/2024/049</a:t>
                      </a:r>
                    </a:p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N.H JAYASINGHE</a:t>
                      </a:r>
                    </a:p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217811"/>
                  </a:ext>
                </a:extLst>
              </a:tr>
              <a:tr h="58339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2736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ITT/2024/051</a:t>
                      </a:r>
                    </a:p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W.P.T.D.JAYAWARDHANA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7538098"/>
                  </a:ext>
                </a:extLst>
              </a:tr>
              <a:tr h="58339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2737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ITT/2024/052</a:t>
                      </a:r>
                    </a:p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M.N.A. JAYAWEERA</a:t>
                      </a:r>
                    </a:p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872660"/>
                  </a:ext>
                </a:extLst>
              </a:tr>
              <a:tr h="660782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2738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ITT/2024/053</a:t>
                      </a:r>
                    </a:p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W.A.K. KALPANI</a:t>
                      </a:r>
                    </a:p>
                    <a:p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445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5101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E080A-0548-256C-2B04-B8571E55E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392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107</Words>
  <Application>Microsoft Office PowerPoint</Application>
  <PresentationFormat>Widescreen</PresentationFormat>
  <Paragraphs>27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 COMPUTER HISTORY</vt:lpstr>
      <vt:lpstr>Group Member’s Details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Theneth Jayawardena</dc:creator>
  <cp:lastModifiedBy>Theneth Jayawardena</cp:lastModifiedBy>
  <cp:revision>1</cp:revision>
  <dcterms:created xsi:type="dcterms:W3CDTF">2026-02-12T20:18:55Z</dcterms:created>
  <dcterms:modified xsi:type="dcterms:W3CDTF">2026-02-12T21:06:11Z</dcterms:modified>
</cp:coreProperties>
</file>